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327" r:id="rId2"/>
    <p:sldId id="319" r:id="rId3"/>
    <p:sldId id="328" r:id="rId4"/>
    <p:sldId id="332" r:id="rId5"/>
    <p:sldId id="333" r:id="rId6"/>
    <p:sldId id="334" r:id="rId7"/>
    <p:sldId id="335" r:id="rId8"/>
    <p:sldId id="336" r:id="rId9"/>
    <p:sldId id="331" r:id="rId10"/>
    <p:sldId id="337" r:id="rId11"/>
    <p:sldId id="338" r:id="rId12"/>
    <p:sldId id="321" r:id="rId13"/>
    <p:sldId id="320" r:id="rId14"/>
    <p:sldId id="322" r:id="rId15"/>
    <p:sldId id="323" r:id="rId16"/>
    <p:sldId id="324" r:id="rId17"/>
    <p:sldId id="325" r:id="rId18"/>
    <p:sldId id="326" r:id="rId19"/>
    <p:sldId id="339" r:id="rId20"/>
    <p:sldId id="256" r:id="rId21"/>
    <p:sldId id="257" r:id="rId22"/>
    <p:sldId id="260" r:id="rId23"/>
    <p:sldId id="258" r:id="rId24"/>
    <p:sldId id="259" r:id="rId25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340" r:id="rId33"/>
    <p:sldId id="341" r:id="rId34"/>
    <p:sldId id="342" r:id="rId35"/>
    <p:sldId id="343" r:id="rId36"/>
    <p:sldId id="344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A8B2"/>
    <a:srgbClr val="E8F0F2"/>
    <a:srgbClr val="24489D"/>
    <a:srgbClr val="17A79B"/>
    <a:srgbClr val="FFFFFF"/>
    <a:srgbClr val="000000"/>
    <a:srgbClr val="FEF3B4"/>
    <a:srgbClr val="F7FAFC"/>
    <a:srgbClr val="0F6D83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87B84E-D354-451E-AC0B-D8FB71261492}" v="3" dt="2026-10-16T14:15:27.3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32" autoAdjust="0"/>
    <p:restoredTop sz="89935" autoAdjust="0"/>
  </p:normalViewPr>
  <p:slideViewPr>
    <p:cSldViewPr snapToGrid="0">
      <p:cViewPr varScale="1">
        <p:scale>
          <a:sx n="98" d="100"/>
          <a:sy n="98" d="100"/>
        </p:scale>
        <p:origin x="955" y="7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 SILVA, Rafael Domingos" userId="5d588b02-052b-46f8-965f-1839184b7dae" providerId="ADAL" clId="{99521946-894F-4626-8A4A-09D08EE68D3B}"/>
    <pc:docChg chg="undo redo custSel addSld delSld modSld sldOrd delMainMaster modMainMaster">
      <pc:chgData name="DA SILVA, Rafael Domingos" userId="5d588b02-052b-46f8-965f-1839184b7dae" providerId="ADAL" clId="{99521946-894F-4626-8A4A-09D08EE68D3B}" dt="2026-10-16T14:19:08.235" v="26729"/>
      <pc:docMkLst>
        <pc:docMk/>
      </pc:docMkLst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476849773" sldId="256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1416739313" sldId="257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1719092838" sldId="258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650197074" sldId="259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601677679" sldId="260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1882200604" sldId="261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2074069281" sldId="262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1744008175" sldId="263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2433015737" sldId="264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2544498124" sldId="265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417280730" sldId="266"/>
        </pc:sldMkLst>
      </pc:sldChg>
      <pc:sldChg chg="add">
        <pc:chgData name="DA SILVA, Rafael Domingos" userId="5d588b02-052b-46f8-965f-1839184b7dae" providerId="ADAL" clId="{99521946-894F-4626-8A4A-09D08EE68D3B}" dt="2026-10-16T14:15:27.358" v="26720"/>
        <pc:sldMkLst>
          <pc:docMk/>
          <pc:sldMk cId="3417494145" sldId="267"/>
        </pc:sldMkLst>
      </pc:sldChg>
      <pc:sldChg chg="addSp delSp modSp new mod ord modClrScheme chgLayout">
        <pc:chgData name="DA SILVA, Rafael Domingos" userId="5d588b02-052b-46f8-965f-1839184b7dae" providerId="ADAL" clId="{99521946-894F-4626-8A4A-09D08EE68D3B}" dt="2026-10-09T14:23:21.441" v="26628"/>
        <pc:sldMkLst>
          <pc:docMk/>
          <pc:sldMk cId="1334452390" sldId="319"/>
        </pc:sldMkLst>
        <pc:grpChg chg="add mod">
          <ac:chgData name="DA SILVA, Rafael Domingos" userId="5d588b02-052b-46f8-965f-1839184b7dae" providerId="ADAL" clId="{99521946-894F-4626-8A4A-09D08EE68D3B}" dt="2026-10-09T13:14:16.158" v="26397"/>
          <ac:grpSpMkLst>
            <pc:docMk/>
            <pc:sldMk cId="1334452390" sldId="319"/>
            <ac:grpSpMk id="8" creationId="{927A8244-F771-7AF4-D2E5-74F8033DD8E9}"/>
          </ac:grpSpMkLst>
        </pc:grpChg>
        <pc:picChg chg="mod">
          <ac:chgData name="DA SILVA, Rafael Domingos" userId="5d588b02-052b-46f8-965f-1839184b7dae" providerId="ADAL" clId="{99521946-894F-4626-8A4A-09D08EE68D3B}" dt="2026-10-09T13:14:16.158" v="26397"/>
          <ac:picMkLst>
            <pc:docMk/>
            <pc:sldMk cId="1334452390" sldId="319"/>
            <ac:picMk id="6" creationId="{3980A26F-A7F4-23DC-1EED-33102B75B244}"/>
          </ac:picMkLst>
        </pc:picChg>
        <pc:picChg chg="mod">
          <ac:chgData name="DA SILVA, Rafael Domingos" userId="5d588b02-052b-46f8-965f-1839184b7dae" providerId="ADAL" clId="{99521946-894F-4626-8A4A-09D08EE68D3B}" dt="2026-10-09T13:14:16.158" v="26397"/>
          <ac:picMkLst>
            <pc:docMk/>
            <pc:sldMk cId="1334452390" sldId="319"/>
            <ac:picMk id="7" creationId="{D3946F3D-73C6-E334-FC4F-FABCC2E56892}"/>
          </ac:picMkLst>
        </pc:picChg>
      </pc:sldChg>
      <pc:sldChg chg="addSp modSp add mod ord">
        <pc:chgData name="DA SILVA, Rafael Domingos" userId="5d588b02-052b-46f8-965f-1839184b7dae" providerId="ADAL" clId="{99521946-894F-4626-8A4A-09D08EE68D3B}" dt="2026-10-09T13:22:49.114" v="26490"/>
        <pc:sldMkLst>
          <pc:docMk/>
          <pc:sldMk cId="2359226305" sldId="320"/>
        </pc:sldMkLst>
        <pc:spChg chg="add mod">
          <ac:chgData name="DA SILVA, Rafael Domingos" userId="5d588b02-052b-46f8-965f-1839184b7dae" providerId="ADAL" clId="{99521946-894F-4626-8A4A-09D08EE68D3B}" dt="2026-10-09T13:15:24.015" v="26404" actId="1076"/>
          <ac:spMkLst>
            <pc:docMk/>
            <pc:sldMk cId="2359226305" sldId="320"/>
            <ac:spMk id="4" creationId="{BCCDA0EF-63E7-2753-6D60-24E5FCCEA753}"/>
          </ac:spMkLst>
        </pc:spChg>
      </pc:sldChg>
      <pc:sldChg chg="add ord">
        <pc:chgData name="DA SILVA, Rafael Domingos" userId="5d588b02-052b-46f8-965f-1839184b7dae" providerId="ADAL" clId="{99521946-894F-4626-8A4A-09D08EE68D3B}" dt="2026-10-09T13:22:39.167" v="26488"/>
        <pc:sldMkLst>
          <pc:docMk/>
          <pc:sldMk cId="2902258726" sldId="321"/>
        </pc:sldMkLst>
      </pc:sldChg>
      <pc:sldChg chg="addSp modSp new mod">
        <pc:chgData name="DA SILVA, Rafael Domingos" userId="5d588b02-052b-46f8-965f-1839184b7dae" providerId="ADAL" clId="{99521946-894F-4626-8A4A-09D08EE68D3B}" dt="2026-10-09T13:17:24.501" v="26413" actId="1076"/>
        <pc:sldMkLst>
          <pc:docMk/>
          <pc:sldMk cId="992540184" sldId="322"/>
        </pc:sldMkLst>
        <pc:spChg chg="add mod">
          <ac:chgData name="DA SILVA, Rafael Domingos" userId="5d588b02-052b-46f8-965f-1839184b7dae" providerId="ADAL" clId="{99521946-894F-4626-8A4A-09D08EE68D3B}" dt="2026-10-09T13:17:21.282" v="26409" actId="1076"/>
          <ac:spMkLst>
            <pc:docMk/>
            <pc:sldMk cId="992540184" sldId="322"/>
            <ac:spMk id="5" creationId="{4F4517DB-CA16-9D7C-7819-20219AC9437A}"/>
          </ac:spMkLst>
        </pc:spChg>
        <pc:picChg chg="add mod">
          <ac:chgData name="DA SILVA, Rafael Domingos" userId="5d588b02-052b-46f8-965f-1839184b7dae" providerId="ADAL" clId="{99521946-894F-4626-8A4A-09D08EE68D3B}" dt="2026-10-09T13:17:24.501" v="26413" actId="1076"/>
          <ac:picMkLst>
            <pc:docMk/>
            <pc:sldMk cId="992540184" sldId="322"/>
            <ac:picMk id="3" creationId="{8F4A5CDD-62D7-83A0-447F-BCC5D94F1AC8}"/>
          </ac:picMkLst>
        </pc:picChg>
      </pc:sldChg>
      <pc:sldChg chg="addSp modSp new mod">
        <pc:chgData name="DA SILVA, Rafael Domingos" userId="5d588b02-052b-46f8-965f-1839184b7dae" providerId="ADAL" clId="{99521946-894F-4626-8A4A-09D08EE68D3B}" dt="2026-10-09T14:25:39.107" v="26645" actId="1076"/>
        <pc:sldMkLst>
          <pc:docMk/>
          <pc:sldMk cId="1158452421" sldId="323"/>
        </pc:sldMkLst>
        <pc:spChg chg="add mod">
          <ac:chgData name="DA SILVA, Rafael Domingos" userId="5d588b02-052b-46f8-965f-1839184b7dae" providerId="ADAL" clId="{99521946-894F-4626-8A4A-09D08EE68D3B}" dt="2026-10-09T14:25:39.107" v="26645" actId="1076"/>
          <ac:spMkLst>
            <pc:docMk/>
            <pc:sldMk cId="1158452421" sldId="323"/>
            <ac:spMk id="3" creationId="{A4E9A737-95FE-F016-8CE1-DE974FAC5987}"/>
          </ac:spMkLst>
        </pc:spChg>
        <pc:picChg chg="add mod">
          <ac:chgData name="DA SILVA, Rafael Domingos" userId="5d588b02-052b-46f8-965f-1839184b7dae" providerId="ADAL" clId="{99521946-894F-4626-8A4A-09D08EE68D3B}" dt="2026-10-09T13:18:40.338" v="26420" actId="1076"/>
          <ac:picMkLst>
            <pc:docMk/>
            <pc:sldMk cId="1158452421" sldId="323"/>
            <ac:picMk id="5" creationId="{F8B68487-0200-64CD-B7C0-9A953EE08B61}"/>
          </ac:picMkLst>
        </pc:picChg>
        <pc:picChg chg="add mod">
          <ac:chgData name="DA SILVA, Rafael Domingos" userId="5d588b02-052b-46f8-965f-1839184b7dae" providerId="ADAL" clId="{99521946-894F-4626-8A4A-09D08EE68D3B}" dt="2026-10-09T13:19:15.875" v="26424" actId="1076"/>
          <ac:picMkLst>
            <pc:docMk/>
            <pc:sldMk cId="1158452421" sldId="323"/>
            <ac:picMk id="7" creationId="{B603E0B1-DD11-2B01-5160-93D20C848780}"/>
          </ac:picMkLst>
        </pc:picChg>
      </pc:sldChg>
      <pc:sldChg chg="addSp delSp modSp add mod">
        <pc:chgData name="DA SILVA, Rafael Domingos" userId="5d588b02-052b-46f8-965f-1839184b7dae" providerId="ADAL" clId="{99521946-894F-4626-8A4A-09D08EE68D3B}" dt="2026-10-09T13:22:17.813" v="26478" actId="1076"/>
        <pc:sldMkLst>
          <pc:docMk/>
          <pc:sldMk cId="3492236773" sldId="324"/>
        </pc:sldMkLst>
        <pc:spChg chg="mod">
          <ac:chgData name="DA SILVA, Rafael Domingos" userId="5d588b02-052b-46f8-965f-1839184b7dae" providerId="ADAL" clId="{99521946-894F-4626-8A4A-09D08EE68D3B}" dt="2026-10-09T13:19:56.899" v="26453" actId="20577"/>
          <ac:spMkLst>
            <pc:docMk/>
            <pc:sldMk cId="3492236773" sldId="324"/>
            <ac:spMk id="3" creationId="{17A41AA2-D220-4A80-DCBF-49306DAFFAD2}"/>
          </ac:spMkLst>
        </pc:spChg>
        <pc:picChg chg="add mod">
          <ac:chgData name="DA SILVA, Rafael Domingos" userId="5d588b02-052b-46f8-965f-1839184b7dae" providerId="ADAL" clId="{99521946-894F-4626-8A4A-09D08EE68D3B}" dt="2026-10-09T13:21:42.415" v="26472" actId="1076"/>
          <ac:picMkLst>
            <pc:docMk/>
            <pc:sldMk cId="3492236773" sldId="324"/>
            <ac:picMk id="4" creationId="{B1F03A59-49BC-4EAB-BE6F-6908F86C2F27}"/>
          </ac:picMkLst>
        </pc:picChg>
        <pc:picChg chg="add mod topLvl">
          <ac:chgData name="DA SILVA, Rafael Domingos" userId="5d588b02-052b-46f8-965f-1839184b7dae" providerId="ADAL" clId="{99521946-894F-4626-8A4A-09D08EE68D3B}" dt="2026-10-09T13:22:12.507" v="26475" actId="21"/>
          <ac:picMkLst>
            <pc:docMk/>
            <pc:sldMk cId="3492236773" sldId="324"/>
            <ac:picMk id="8" creationId="{5C9D83E2-4896-316E-43BC-98A4E96CB195}"/>
          </ac:picMkLst>
        </pc:picChg>
        <pc:picChg chg="add mod">
          <ac:chgData name="DA SILVA, Rafael Domingos" userId="5d588b02-052b-46f8-965f-1839184b7dae" providerId="ADAL" clId="{99521946-894F-4626-8A4A-09D08EE68D3B}" dt="2026-10-09T13:22:17.813" v="26478" actId="1076"/>
          <ac:picMkLst>
            <pc:docMk/>
            <pc:sldMk cId="3492236773" sldId="324"/>
            <ac:picMk id="13" creationId="{631F0122-D6C8-E0AD-376B-2A96727E262B}"/>
          </ac:picMkLst>
        </pc:picChg>
      </pc:sldChg>
      <pc:sldChg chg="addSp new mod">
        <pc:chgData name="DA SILVA, Rafael Domingos" userId="5d588b02-052b-46f8-965f-1839184b7dae" providerId="ADAL" clId="{99521946-894F-4626-8A4A-09D08EE68D3B}" dt="2026-10-09T13:29:24.650" v="26494" actId="22"/>
        <pc:sldMkLst>
          <pc:docMk/>
          <pc:sldMk cId="984957071" sldId="325"/>
        </pc:sldMkLst>
        <pc:picChg chg="add">
          <ac:chgData name="DA SILVA, Rafael Domingos" userId="5d588b02-052b-46f8-965f-1839184b7dae" providerId="ADAL" clId="{99521946-894F-4626-8A4A-09D08EE68D3B}" dt="2026-10-09T13:29:24.650" v="26494" actId="22"/>
          <ac:picMkLst>
            <pc:docMk/>
            <pc:sldMk cId="984957071" sldId="325"/>
            <ac:picMk id="3" creationId="{26BF75DE-35A8-D89E-BCDE-35AFD12A4296}"/>
          </ac:picMkLst>
        </pc:picChg>
      </pc:sldChg>
      <pc:sldChg chg="addSp new mod">
        <pc:chgData name="DA SILVA, Rafael Domingos" userId="5d588b02-052b-46f8-965f-1839184b7dae" providerId="ADAL" clId="{99521946-894F-4626-8A4A-09D08EE68D3B}" dt="2026-10-09T13:29:33.986" v="26496" actId="22"/>
        <pc:sldMkLst>
          <pc:docMk/>
          <pc:sldMk cId="2888394514" sldId="326"/>
        </pc:sldMkLst>
        <pc:picChg chg="add">
          <ac:chgData name="DA SILVA, Rafael Domingos" userId="5d588b02-052b-46f8-965f-1839184b7dae" providerId="ADAL" clId="{99521946-894F-4626-8A4A-09D08EE68D3B}" dt="2026-10-09T13:29:33.986" v="26496" actId="22"/>
          <ac:picMkLst>
            <pc:docMk/>
            <pc:sldMk cId="2888394514" sldId="326"/>
            <ac:picMk id="3" creationId="{0F7549FD-D902-1A9F-12B7-3AB201CEB0F6}"/>
          </ac:picMkLst>
        </pc:picChg>
      </pc:sldChg>
      <pc:sldChg chg="addSp modSp new mod ord">
        <pc:chgData name="DA SILVA, Rafael Domingos" userId="5d588b02-052b-46f8-965f-1839184b7dae" providerId="ADAL" clId="{99521946-894F-4626-8A4A-09D08EE68D3B}" dt="2026-10-09T14:23:30.742" v="26640" actId="113"/>
        <pc:sldMkLst>
          <pc:docMk/>
          <pc:sldMk cId="1370425987" sldId="327"/>
        </pc:sldMkLst>
        <pc:spChg chg="add mod">
          <ac:chgData name="DA SILVA, Rafael Domingos" userId="5d588b02-052b-46f8-965f-1839184b7dae" providerId="ADAL" clId="{99521946-894F-4626-8A4A-09D08EE68D3B}" dt="2026-10-09T14:23:30.742" v="26640" actId="113"/>
          <ac:spMkLst>
            <pc:docMk/>
            <pc:sldMk cId="1370425987" sldId="327"/>
            <ac:spMk id="2" creationId="{4A3D2873-0364-D88F-1B35-106E84FDAE99}"/>
          </ac:spMkLst>
        </pc:spChg>
      </pc:sldChg>
      <pc:sldChg chg="addSp delSp modSp add mod">
        <pc:chgData name="DA SILVA, Rafael Domingos" userId="5d588b02-052b-46f8-965f-1839184b7dae" providerId="ADAL" clId="{99521946-894F-4626-8A4A-09D08EE68D3B}" dt="2026-10-12T07:56:19.233" v="26717" actId="14100"/>
        <pc:sldMkLst>
          <pc:docMk/>
          <pc:sldMk cId="330301553" sldId="328"/>
        </pc:sldMkLst>
        <pc:spChg chg="add mod">
          <ac:chgData name="DA SILVA, Rafael Domingos" userId="5d588b02-052b-46f8-965f-1839184b7dae" providerId="ADAL" clId="{99521946-894F-4626-8A4A-09D08EE68D3B}" dt="2026-10-09T14:17:20.394" v="26595"/>
          <ac:spMkLst>
            <pc:docMk/>
            <pc:sldMk cId="330301553" sldId="328"/>
            <ac:spMk id="7" creationId="{B612949F-3098-9214-D00F-4A7FB9DF26C2}"/>
          </ac:spMkLst>
        </pc:spChg>
        <pc:spChg chg="add mod">
          <ac:chgData name="DA SILVA, Rafael Domingos" userId="5d588b02-052b-46f8-965f-1839184b7dae" providerId="ADAL" clId="{99521946-894F-4626-8A4A-09D08EE68D3B}" dt="2026-10-12T07:56:03.945" v="26711" actId="1036"/>
          <ac:spMkLst>
            <pc:docMk/>
            <pc:sldMk cId="330301553" sldId="328"/>
            <ac:spMk id="18" creationId="{9739F947-A959-D530-59D7-3A0CD11D8714}"/>
          </ac:spMkLst>
        </pc:spChg>
        <pc:spChg chg="add mod">
          <ac:chgData name="DA SILVA, Rafael Domingos" userId="5d588b02-052b-46f8-965f-1839184b7dae" providerId="ADAL" clId="{99521946-894F-4626-8A4A-09D08EE68D3B}" dt="2026-10-12T07:56:19.233" v="26717" actId="14100"/>
          <ac:spMkLst>
            <pc:docMk/>
            <pc:sldMk cId="330301553" sldId="328"/>
            <ac:spMk id="23" creationId="{D7047E7B-153A-370C-CC95-DFA8D8A21CC2}"/>
          </ac:spMkLst>
        </pc:spChg>
        <pc:grpChg chg="add mod">
          <ac:chgData name="DA SILVA, Rafael Domingos" userId="5d588b02-052b-46f8-965f-1839184b7dae" providerId="ADAL" clId="{99521946-894F-4626-8A4A-09D08EE68D3B}" dt="2026-10-12T07:56:09.074" v="26713" actId="1076"/>
          <ac:grpSpMkLst>
            <pc:docMk/>
            <pc:sldMk cId="330301553" sldId="328"/>
            <ac:grpSpMk id="19" creationId="{22627F04-A7F6-605C-3CDC-EE0D8D1FB5D1}"/>
          </ac:grpSpMkLst>
        </pc:grpChg>
        <pc:picChg chg="add">
          <ac:chgData name="DA SILVA, Rafael Domingos" userId="5d588b02-052b-46f8-965f-1839184b7dae" providerId="ADAL" clId="{99521946-894F-4626-8A4A-09D08EE68D3B}" dt="2026-10-09T13:49:53.199" v="26512" actId="22"/>
          <ac:picMkLst>
            <pc:docMk/>
            <pc:sldMk cId="330301553" sldId="328"/>
            <ac:picMk id="9" creationId="{288E44AD-9E11-69FA-1B39-E24F936797E2}"/>
          </ac:picMkLst>
        </pc:picChg>
        <pc:picChg chg="add mod">
          <ac:chgData name="DA SILVA, Rafael Domingos" userId="5d588b02-052b-46f8-965f-1839184b7dae" providerId="ADAL" clId="{99521946-894F-4626-8A4A-09D08EE68D3B}" dt="2026-10-12T07:45:02.049" v="26655" actId="1076"/>
          <ac:picMkLst>
            <pc:docMk/>
            <pc:sldMk cId="330301553" sldId="328"/>
            <ac:picMk id="11" creationId="{A9074BEE-1CD2-9B93-E3BD-FADA326C5F88}"/>
          </ac:picMkLst>
        </pc:picChg>
        <pc:picChg chg="add">
          <ac:chgData name="DA SILVA, Rafael Domingos" userId="5d588b02-052b-46f8-965f-1839184b7dae" providerId="ADAL" clId="{99521946-894F-4626-8A4A-09D08EE68D3B}" dt="2026-10-12T07:39:20.925" v="26647" actId="22"/>
          <ac:picMkLst>
            <pc:docMk/>
            <pc:sldMk cId="330301553" sldId="328"/>
            <ac:picMk id="13" creationId="{761C2BF4-A4A0-8C25-FF34-546C3E48BF8A}"/>
          </ac:picMkLst>
        </pc:picChg>
        <pc:picChg chg="add mod">
          <ac:chgData name="DA SILVA, Rafael Domingos" userId="5d588b02-052b-46f8-965f-1839184b7dae" providerId="ADAL" clId="{99521946-894F-4626-8A4A-09D08EE68D3B}" dt="2026-10-12T07:43:13.093" v="26654" actId="1076"/>
          <ac:picMkLst>
            <pc:docMk/>
            <pc:sldMk cId="330301553" sldId="328"/>
            <ac:picMk id="15" creationId="{F2F9ABD3-4632-300F-C1D5-77CDF49F6AF9}"/>
          </ac:picMkLst>
        </pc:picChg>
        <pc:picChg chg="add mod modCrop">
          <ac:chgData name="DA SILVA, Rafael Domingos" userId="5d588b02-052b-46f8-965f-1839184b7dae" providerId="ADAL" clId="{99521946-894F-4626-8A4A-09D08EE68D3B}" dt="2026-10-12T07:55:49.183" v="26667" actId="732"/>
          <ac:picMkLst>
            <pc:docMk/>
            <pc:sldMk cId="330301553" sldId="328"/>
            <ac:picMk id="17" creationId="{BA79A46A-808D-ADD8-0EFF-CFA8C49C8FBA}"/>
          </ac:picMkLst>
        </pc:picChg>
        <pc:picChg chg="add mod">
          <ac:chgData name="DA SILVA, Rafael Domingos" userId="5d588b02-052b-46f8-965f-1839184b7dae" providerId="ADAL" clId="{99521946-894F-4626-8A4A-09D08EE68D3B}" dt="2026-10-12T07:56:07.534" v="26712" actId="1076"/>
          <ac:picMkLst>
            <pc:docMk/>
            <pc:sldMk cId="330301553" sldId="328"/>
            <ac:picMk id="21" creationId="{7CF38159-1DF2-2895-74FF-716FF302A69A}"/>
          </ac:picMkLst>
        </pc:picChg>
      </pc:sldChg>
      <pc:sldChg chg="addSp delSp modSp add mod">
        <pc:chgData name="DA SILVA, Rafael Domingos" userId="5d588b02-052b-46f8-965f-1839184b7dae" providerId="ADAL" clId="{99521946-894F-4626-8A4A-09D08EE68D3B}" dt="2026-10-09T14:20:02.355" v="26622" actId="1076"/>
        <pc:sldMkLst>
          <pc:docMk/>
          <pc:sldMk cId="2152751404" sldId="331"/>
        </pc:sldMkLst>
        <pc:spChg chg="add mod">
          <ac:chgData name="DA SILVA, Rafael Domingos" userId="5d588b02-052b-46f8-965f-1839184b7dae" providerId="ADAL" clId="{99521946-894F-4626-8A4A-09D08EE68D3B}" dt="2026-10-09T14:20:02.355" v="26622" actId="1076"/>
          <ac:spMkLst>
            <pc:docMk/>
            <pc:sldMk cId="2152751404" sldId="331"/>
            <ac:spMk id="7" creationId="{397AE749-581B-2003-F6AA-82A77F052985}"/>
          </ac:spMkLst>
        </pc:spChg>
        <pc:picChg chg="add">
          <ac:chgData name="DA SILVA, Rafael Domingos" userId="5d588b02-052b-46f8-965f-1839184b7dae" providerId="ADAL" clId="{99521946-894F-4626-8A4A-09D08EE68D3B}" dt="2026-10-09T14:19:47.283" v="26620" actId="22"/>
          <ac:picMkLst>
            <pc:docMk/>
            <pc:sldMk cId="2152751404" sldId="331"/>
            <ac:picMk id="4" creationId="{6A24A812-F2D1-3C9C-6712-87B41FE25626}"/>
          </ac:picMkLst>
        </pc:picChg>
      </pc:sldChg>
      <pc:sldChg chg="addSp delSp modSp add mod">
        <pc:chgData name="DA SILVA, Rafael Domingos" userId="5d588b02-052b-46f8-965f-1839184b7dae" providerId="ADAL" clId="{99521946-894F-4626-8A4A-09D08EE68D3B}" dt="2026-10-09T14:17:29.258" v="26597" actId="113"/>
        <pc:sldMkLst>
          <pc:docMk/>
          <pc:sldMk cId="3747467307" sldId="332"/>
        </pc:sldMkLst>
        <pc:spChg chg="mod">
          <ac:chgData name="DA SILVA, Rafael Domingos" userId="5d588b02-052b-46f8-965f-1839184b7dae" providerId="ADAL" clId="{99521946-894F-4626-8A4A-09D08EE68D3B}" dt="2026-10-09T14:17:29.258" v="26597" actId="113"/>
          <ac:spMkLst>
            <pc:docMk/>
            <pc:sldMk cId="3747467307" sldId="332"/>
            <ac:spMk id="7" creationId="{F3B58827-27B0-76AF-BCF8-575F603E31AD}"/>
          </ac:spMkLst>
        </pc:spChg>
        <pc:picChg chg="add mod">
          <ac:chgData name="DA SILVA, Rafael Domingos" userId="5d588b02-052b-46f8-965f-1839184b7dae" providerId="ADAL" clId="{99521946-894F-4626-8A4A-09D08EE68D3B}" dt="2026-10-09T13:50:39.944" v="26517" actId="1076"/>
          <ac:picMkLst>
            <pc:docMk/>
            <pc:sldMk cId="3747467307" sldId="332"/>
            <ac:picMk id="3" creationId="{A6793EA5-5D0F-12EE-9313-71982A54C4A2}"/>
          </ac:picMkLst>
        </pc:picChg>
      </pc:sldChg>
      <pc:sldChg chg="addSp modSp new mod">
        <pc:chgData name="DA SILVA, Rafael Domingos" userId="5d588b02-052b-46f8-965f-1839184b7dae" providerId="ADAL" clId="{99521946-894F-4626-8A4A-09D08EE68D3B}" dt="2026-10-09T14:17:33.959" v="26598"/>
        <pc:sldMkLst>
          <pc:docMk/>
          <pc:sldMk cId="3383452329" sldId="333"/>
        </pc:sldMkLst>
        <pc:spChg chg="add mod">
          <ac:chgData name="DA SILVA, Rafael Domingos" userId="5d588b02-052b-46f8-965f-1839184b7dae" providerId="ADAL" clId="{99521946-894F-4626-8A4A-09D08EE68D3B}" dt="2026-10-09T14:17:33.959" v="26598"/>
          <ac:spMkLst>
            <pc:docMk/>
            <pc:sldMk cId="3383452329" sldId="333"/>
            <ac:spMk id="5" creationId="{48A75239-8255-213C-C59F-B5FA3C395426}"/>
          </ac:spMkLst>
        </pc:spChg>
        <pc:picChg chg="add">
          <ac:chgData name="DA SILVA, Rafael Domingos" userId="5d588b02-052b-46f8-965f-1839184b7dae" providerId="ADAL" clId="{99521946-894F-4626-8A4A-09D08EE68D3B}" dt="2026-10-09T13:52:49.481" v="26520" actId="22"/>
          <ac:picMkLst>
            <pc:docMk/>
            <pc:sldMk cId="3383452329" sldId="333"/>
            <ac:picMk id="3" creationId="{852E49FA-5BBC-9587-89A7-8C9FA09B91ED}"/>
          </ac:picMkLst>
        </pc:picChg>
      </pc:sldChg>
      <pc:sldChg chg="addSp modSp new mod">
        <pc:chgData name="DA SILVA, Rafael Domingos" userId="5d588b02-052b-46f8-965f-1839184b7dae" providerId="ADAL" clId="{99521946-894F-4626-8A4A-09D08EE68D3B}" dt="2026-10-09T14:17:38.562" v="26599"/>
        <pc:sldMkLst>
          <pc:docMk/>
          <pc:sldMk cId="3813698804" sldId="334"/>
        </pc:sldMkLst>
        <pc:spChg chg="add mod">
          <ac:chgData name="DA SILVA, Rafael Domingos" userId="5d588b02-052b-46f8-965f-1839184b7dae" providerId="ADAL" clId="{99521946-894F-4626-8A4A-09D08EE68D3B}" dt="2026-10-09T14:17:38.562" v="26599"/>
          <ac:spMkLst>
            <pc:docMk/>
            <pc:sldMk cId="3813698804" sldId="334"/>
            <ac:spMk id="5" creationId="{27BFC27C-B003-9060-25AD-E7258C15507D}"/>
          </ac:spMkLst>
        </pc:spChg>
        <pc:picChg chg="add">
          <ac:chgData name="DA SILVA, Rafael Domingos" userId="5d588b02-052b-46f8-965f-1839184b7dae" providerId="ADAL" clId="{99521946-894F-4626-8A4A-09D08EE68D3B}" dt="2026-10-09T13:55:32.726" v="26562" actId="22"/>
          <ac:picMkLst>
            <pc:docMk/>
            <pc:sldMk cId="3813698804" sldId="334"/>
            <ac:picMk id="3" creationId="{96D42D6E-41D0-4AD1-E1C1-52CCCE106BD7}"/>
          </ac:picMkLst>
        </pc:picChg>
      </pc:sldChg>
      <pc:sldChg chg="addSp modSp new mod ord">
        <pc:chgData name="DA SILVA, Rafael Domingos" userId="5d588b02-052b-46f8-965f-1839184b7dae" providerId="ADAL" clId="{99521946-894F-4626-8A4A-09D08EE68D3B}" dt="2026-10-09T14:17:54.435" v="26606" actId="1076"/>
        <pc:sldMkLst>
          <pc:docMk/>
          <pc:sldMk cId="1092436662" sldId="335"/>
        </pc:sldMkLst>
        <pc:spChg chg="add mod">
          <ac:chgData name="DA SILVA, Rafael Domingos" userId="5d588b02-052b-46f8-965f-1839184b7dae" providerId="ADAL" clId="{99521946-894F-4626-8A4A-09D08EE68D3B}" dt="2026-10-09T14:17:53.484" v="26605" actId="14100"/>
          <ac:spMkLst>
            <pc:docMk/>
            <pc:sldMk cId="1092436662" sldId="335"/>
            <ac:spMk id="5" creationId="{A3659283-87EF-A105-D11A-E7A2F629CA9A}"/>
          </ac:spMkLst>
        </pc:spChg>
        <pc:picChg chg="add mod">
          <ac:chgData name="DA SILVA, Rafael Domingos" userId="5d588b02-052b-46f8-965f-1839184b7dae" providerId="ADAL" clId="{99521946-894F-4626-8A4A-09D08EE68D3B}" dt="2026-10-09T14:17:54.435" v="26606" actId="1076"/>
          <ac:picMkLst>
            <pc:docMk/>
            <pc:sldMk cId="1092436662" sldId="335"/>
            <ac:picMk id="3" creationId="{881887E1-37EF-EA6D-FF05-3640DD50B0D3}"/>
          </ac:picMkLst>
        </pc:picChg>
      </pc:sldChg>
      <pc:sldChg chg="addSp delSp modSp new mod">
        <pc:chgData name="DA SILVA, Rafael Domingos" userId="5d588b02-052b-46f8-965f-1839184b7dae" providerId="ADAL" clId="{99521946-894F-4626-8A4A-09D08EE68D3B}" dt="2026-10-09T14:18:21.219" v="26617" actId="1036"/>
        <pc:sldMkLst>
          <pc:docMk/>
          <pc:sldMk cId="4116026943" sldId="336"/>
        </pc:sldMkLst>
        <pc:spChg chg="add mod">
          <ac:chgData name="DA SILVA, Rafael Domingos" userId="5d588b02-052b-46f8-965f-1839184b7dae" providerId="ADAL" clId="{99521946-894F-4626-8A4A-09D08EE68D3B}" dt="2026-10-09T14:18:01.689" v="26608" actId="1076"/>
          <ac:spMkLst>
            <pc:docMk/>
            <pc:sldMk cId="4116026943" sldId="336"/>
            <ac:spMk id="6" creationId="{6BC115A1-D063-F3AC-36BE-1B5B1F390596}"/>
          </ac:spMkLst>
        </pc:spChg>
        <pc:spChg chg="add mod">
          <ac:chgData name="DA SILVA, Rafael Domingos" userId="5d588b02-052b-46f8-965f-1839184b7dae" providerId="ADAL" clId="{99521946-894F-4626-8A4A-09D08EE68D3B}" dt="2026-10-09T14:18:21.219" v="26617" actId="1036"/>
          <ac:spMkLst>
            <pc:docMk/>
            <pc:sldMk cId="4116026943" sldId="336"/>
            <ac:spMk id="7" creationId="{A903862B-217F-7A72-CBD0-06ABE9744823}"/>
          </ac:spMkLst>
        </pc:spChg>
        <pc:picChg chg="add mod">
          <ac:chgData name="DA SILVA, Rafael Domingos" userId="5d588b02-052b-46f8-965f-1839184b7dae" providerId="ADAL" clId="{99521946-894F-4626-8A4A-09D08EE68D3B}" dt="2026-10-09T14:18:05.818" v="26611" actId="1076"/>
          <ac:picMkLst>
            <pc:docMk/>
            <pc:sldMk cId="4116026943" sldId="336"/>
            <ac:picMk id="3" creationId="{F351EDC0-ECF1-FFB8-5336-28B6758E4C3A}"/>
          </ac:picMkLst>
        </pc:picChg>
      </pc:sldChg>
      <pc:sldChg chg="addSp modSp new mod">
        <pc:chgData name="DA SILVA, Rafael Domingos" userId="5d588b02-052b-46f8-965f-1839184b7dae" providerId="ADAL" clId="{99521946-894F-4626-8A4A-09D08EE68D3B}" dt="2026-10-09T14:20:18.004" v="26626" actId="14100"/>
        <pc:sldMkLst>
          <pc:docMk/>
          <pc:sldMk cId="76672276" sldId="337"/>
        </pc:sldMkLst>
        <pc:spChg chg="add mod">
          <ac:chgData name="DA SILVA, Rafael Domingos" userId="5d588b02-052b-46f8-965f-1839184b7dae" providerId="ADAL" clId="{99521946-894F-4626-8A4A-09D08EE68D3B}" dt="2026-10-09T14:20:18.004" v="26626" actId="14100"/>
          <ac:spMkLst>
            <pc:docMk/>
            <pc:sldMk cId="76672276" sldId="337"/>
            <ac:spMk id="3" creationId="{E051640B-3435-99EC-DFE9-228EBBC0C5A4}"/>
          </ac:spMkLst>
        </pc:spChg>
      </pc:sldChg>
      <pc:sldChg chg="modSp add mod">
        <pc:chgData name="DA SILVA, Rafael Domingos" userId="5d588b02-052b-46f8-965f-1839184b7dae" providerId="ADAL" clId="{99521946-894F-4626-8A4A-09D08EE68D3B}" dt="2026-10-09T14:23:36.424" v="26642" actId="20577"/>
        <pc:sldMkLst>
          <pc:docMk/>
          <pc:sldMk cId="6705109" sldId="338"/>
        </pc:sldMkLst>
        <pc:spChg chg="mod">
          <ac:chgData name="DA SILVA, Rafael Domingos" userId="5d588b02-052b-46f8-965f-1839184b7dae" providerId="ADAL" clId="{99521946-894F-4626-8A4A-09D08EE68D3B}" dt="2026-10-09T14:23:36.424" v="26642" actId="20577"/>
          <ac:spMkLst>
            <pc:docMk/>
            <pc:sldMk cId="6705109" sldId="338"/>
            <ac:spMk id="2" creationId="{36D1845A-BBED-1A0B-6986-E183BD35F7DB}"/>
          </ac:spMkLst>
        </pc:spChg>
      </pc:sldChg>
      <pc:sldChg chg="modSp add mod">
        <pc:chgData name="DA SILVA, Rafael Domingos" userId="5d588b02-052b-46f8-965f-1839184b7dae" providerId="ADAL" clId="{99521946-894F-4626-8A4A-09D08EE68D3B}" dt="2026-10-16T14:15:20.136" v="26719" actId="20577"/>
        <pc:sldMkLst>
          <pc:docMk/>
          <pc:sldMk cId="1095363747" sldId="339"/>
        </pc:sldMkLst>
        <pc:spChg chg="mod">
          <ac:chgData name="DA SILVA, Rafael Domingos" userId="5d588b02-052b-46f8-965f-1839184b7dae" providerId="ADAL" clId="{99521946-894F-4626-8A4A-09D08EE68D3B}" dt="2026-10-16T14:15:20.136" v="26719" actId="20577"/>
          <ac:spMkLst>
            <pc:docMk/>
            <pc:sldMk cId="1095363747" sldId="339"/>
            <ac:spMk id="2" creationId="{7C21719E-7137-E372-0947-0B69B183BA2F}"/>
          </ac:spMkLst>
        </pc:spChg>
      </pc:sldChg>
      <pc:sldChg chg="addSp delSp new mod">
        <pc:chgData name="DA SILVA, Rafael Domingos" userId="5d588b02-052b-46f8-965f-1839184b7dae" providerId="ADAL" clId="{99521946-894F-4626-8A4A-09D08EE68D3B}" dt="2026-10-16T14:15:49.773" v="26727" actId="22"/>
        <pc:sldMkLst>
          <pc:docMk/>
          <pc:sldMk cId="764666160" sldId="340"/>
        </pc:sldMkLst>
        <pc:spChg chg="del">
          <ac:chgData name="DA SILVA, Rafael Domingos" userId="5d588b02-052b-46f8-965f-1839184b7dae" providerId="ADAL" clId="{99521946-894F-4626-8A4A-09D08EE68D3B}" dt="2026-10-16T14:15:46.961" v="26722" actId="478"/>
          <ac:spMkLst>
            <pc:docMk/>
            <pc:sldMk cId="764666160" sldId="340"/>
            <ac:spMk id="2" creationId="{009F3DB1-50DC-1C7E-C59C-1E7FE3025157}"/>
          </ac:spMkLst>
        </pc:spChg>
        <pc:spChg chg="del">
          <ac:chgData name="DA SILVA, Rafael Domingos" userId="5d588b02-052b-46f8-965f-1839184b7dae" providerId="ADAL" clId="{99521946-894F-4626-8A4A-09D08EE68D3B}" dt="2026-10-16T14:15:46.961" v="26722" actId="478"/>
          <ac:spMkLst>
            <pc:docMk/>
            <pc:sldMk cId="764666160" sldId="340"/>
            <ac:spMk id="3" creationId="{08FD44C2-5AB3-3301-195A-64C4F83B5929}"/>
          </ac:spMkLst>
        </pc:spChg>
        <pc:spChg chg="del">
          <ac:chgData name="DA SILVA, Rafael Domingos" userId="5d588b02-052b-46f8-965f-1839184b7dae" providerId="ADAL" clId="{99521946-894F-4626-8A4A-09D08EE68D3B}" dt="2026-10-16T14:15:46.961" v="26722" actId="478"/>
          <ac:spMkLst>
            <pc:docMk/>
            <pc:sldMk cId="764666160" sldId="340"/>
            <ac:spMk id="4" creationId="{FFC5A142-7D4F-467A-471C-500CEE34F1C4}"/>
          </ac:spMkLst>
        </pc:spChg>
        <pc:spChg chg="add">
          <ac:chgData name="DA SILVA, Rafael Domingos" userId="5d588b02-052b-46f8-965f-1839184b7dae" providerId="ADAL" clId="{99521946-894F-4626-8A4A-09D08EE68D3B}" dt="2026-10-16T14:15:49.773" v="26727" actId="22"/>
          <ac:spMkLst>
            <pc:docMk/>
            <pc:sldMk cId="764666160" sldId="340"/>
            <ac:spMk id="6" creationId="{B9B6532D-863B-4F5C-8062-3D7A8E3C2629}"/>
          </ac:spMkLst>
        </pc:spChg>
      </pc:sldChg>
      <pc:sldChg chg="addSp modSp add mod">
        <pc:chgData name="DA SILVA, Rafael Domingos" userId="5d588b02-052b-46f8-965f-1839184b7dae" providerId="ADAL" clId="{99521946-894F-4626-8A4A-09D08EE68D3B}" dt="2026-10-16T14:19:08.235" v="26729"/>
        <pc:sldMkLst>
          <pc:docMk/>
          <pc:sldMk cId="942192827" sldId="341"/>
        </pc:sldMkLst>
        <pc:picChg chg="add mod">
          <ac:chgData name="DA SILVA, Rafael Domingos" userId="5d588b02-052b-46f8-965f-1839184b7dae" providerId="ADAL" clId="{99521946-894F-4626-8A4A-09D08EE68D3B}" dt="2026-10-16T14:19:08.235" v="26729"/>
          <ac:picMkLst>
            <pc:docMk/>
            <pc:sldMk cId="942192827" sldId="341"/>
            <ac:picMk id="3" creationId="{2BAEB19A-0539-B65A-3571-3B0DAC2AF0B4}"/>
          </ac:picMkLst>
        </pc:picChg>
      </pc:sldChg>
      <pc:sldChg chg="add">
        <pc:chgData name="DA SILVA, Rafael Domingos" userId="5d588b02-052b-46f8-965f-1839184b7dae" providerId="ADAL" clId="{99521946-894F-4626-8A4A-09D08EE68D3B}" dt="2026-10-16T14:15:48.532" v="26724" actId="2890"/>
        <pc:sldMkLst>
          <pc:docMk/>
          <pc:sldMk cId="721978743" sldId="342"/>
        </pc:sldMkLst>
      </pc:sldChg>
      <pc:sldChg chg="add">
        <pc:chgData name="DA SILVA, Rafael Domingos" userId="5d588b02-052b-46f8-965f-1839184b7dae" providerId="ADAL" clId="{99521946-894F-4626-8A4A-09D08EE68D3B}" dt="2026-10-16T14:15:48.672" v="26725" actId="2890"/>
        <pc:sldMkLst>
          <pc:docMk/>
          <pc:sldMk cId="2254991241" sldId="343"/>
        </pc:sldMkLst>
      </pc:sldChg>
      <pc:sldChg chg="add">
        <pc:chgData name="DA SILVA, Rafael Domingos" userId="5d588b02-052b-46f8-965f-1839184b7dae" providerId="ADAL" clId="{99521946-894F-4626-8A4A-09D08EE68D3B}" dt="2026-10-16T14:15:48.812" v="26726" actId="2890"/>
        <pc:sldMkLst>
          <pc:docMk/>
          <pc:sldMk cId="3439713664" sldId="344"/>
        </pc:sldMkLst>
      </pc:sldChg>
      <pc:sldMasterChg chg="addSp delSp modSp mod modSldLayout">
        <pc:chgData name="DA SILVA, Rafael Domingos" userId="5d588b02-052b-46f8-965f-1839184b7dae" providerId="ADAL" clId="{99521946-894F-4626-8A4A-09D08EE68D3B}" dt="2026-10-09T13:14:31.507" v="26400" actId="478"/>
        <pc:sldMasterMkLst>
          <pc:docMk/>
          <pc:sldMasterMk cId="485925027" sldId="2147483648"/>
        </pc:sldMasterMkLst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DD71D7-A921-DF81-4EDE-06608419623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17AE7F-A00D-A3C2-35E9-A68F2A600E9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E78BC-2E5B-450F-8EE3-15136ECBD126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39821E-415A-7517-ADBA-DDC8DE6B5CB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3B7E62-CF75-A147-709A-0AA02A7A33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AFF6F7-AD48-408F-A0C6-DD3C63FC35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537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2B06-B382-42D1-8BEC-F2D5D2EDAEE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70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44E4A-E77C-C40E-5E97-71AAF6984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B20538-0A56-D55E-B4BA-71B1DBF76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B2EDD-0659-01B1-0F35-184A728D34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B6FA0-BB13-CFCF-ED29-5B16B6EB2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2B06-B382-42D1-8BEC-F2D5D2EDAEE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96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FDE82-3731-3471-5BE3-F75581F96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8097B9-ED13-2519-7A38-60778B2412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3CC87F-C166-267E-EB19-1B15EEA40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95CB9-8D39-A299-8288-D2A2FF8D1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2B06-B382-42D1-8BEC-F2D5D2EDAEE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62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1FAA8-5D1C-DA59-87D3-C9AC5D7BC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C1F561-B4ED-ADFF-93D3-ED0609B73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67AB9-A027-BEDD-C6D5-35BAECF4B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39768-485D-48E5-522D-DB51FBF03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32B06-B382-42D1-8BEC-F2D5D2EDAEE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95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C225A-938F-CABE-BFB2-A9CEE0D2E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6297A7-36C9-A850-7518-9A86A7026F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C1359F-C42C-2D28-202A-883083D5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3478-EE54-44F7-814C-C55A6F54B737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77F44-B2FA-1366-BA2F-1E8277D4B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BB11D-0362-C108-2A13-41BEF4DED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98689-F89E-4AC7-B1D0-6F81826B8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941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6110-C229-39A6-3996-6EA721E03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30883-128D-B116-2520-97AC9779C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3F8F3F-2920-F9F3-C8CA-39AA074A3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E3478-EE54-44F7-814C-C55A6F54B737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F26DA-7D03-88AE-698D-F3A4E7A58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88934-1F76-1170-F077-28B8D26AA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98689-F89E-4AC7-B1D0-6F81826B8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96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5925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3D2873-0364-D88F-1B35-106E84FDAE99}"/>
              </a:ext>
            </a:extLst>
          </p:cNvPr>
          <p:cNvSpPr txBox="1"/>
          <p:nvPr/>
        </p:nvSpPr>
        <p:spPr>
          <a:xfrm>
            <a:off x="3825240" y="1874520"/>
            <a:ext cx="7986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E1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370425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27A8244-F771-7AF4-D2E5-74F8033DD8E9}"/>
              </a:ext>
            </a:extLst>
          </p:cNvPr>
          <p:cNvGrpSpPr/>
          <p:nvPr/>
        </p:nvGrpSpPr>
        <p:grpSpPr>
          <a:xfrm>
            <a:off x="1163018" y="1258276"/>
            <a:ext cx="3666890" cy="3025909"/>
            <a:chOff x="3069972" y="0"/>
            <a:chExt cx="3004056" cy="24789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980A26F-A7F4-23DC-1EED-33102B75B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3485"/>
            <a:stretch>
              <a:fillRect/>
            </a:stretch>
          </p:blipFill>
          <p:spPr>
            <a:xfrm>
              <a:off x="3069972" y="0"/>
              <a:ext cx="3004056" cy="239248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946F3D-73C6-E334-FC4F-FABCC2E56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96638"/>
            <a:stretch>
              <a:fillRect/>
            </a:stretch>
          </p:blipFill>
          <p:spPr>
            <a:xfrm>
              <a:off x="3069972" y="2306025"/>
              <a:ext cx="3004056" cy="1729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34452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24E59-677D-2E55-C493-3054F656E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612949F-3098-9214-D00F-4A7FB9DF26C2}"/>
              </a:ext>
            </a:extLst>
          </p:cNvPr>
          <p:cNvSpPr txBox="1"/>
          <p:nvPr/>
        </p:nvSpPr>
        <p:spPr>
          <a:xfrm>
            <a:off x="327660" y="18490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Dépôt</a:t>
            </a:r>
            <a:r>
              <a:rPr lang="en-US" dirty="0"/>
              <a:t> Git bien </a:t>
            </a:r>
            <a:r>
              <a:rPr lang="en-US" dirty="0" err="1"/>
              <a:t>structuré</a:t>
            </a:r>
            <a:endParaRPr lang="en-US" dirty="0"/>
          </a:p>
          <a:p>
            <a:r>
              <a:rPr lang="en-US" dirty="0"/>
              <a:t>Une structure </a:t>
            </a:r>
            <a:r>
              <a:rPr lang="en-US" dirty="0" err="1"/>
              <a:t>claire</a:t>
            </a:r>
            <a:r>
              <a:rPr lang="en-US" dirty="0"/>
              <a:t> de dossiers et de </a:t>
            </a:r>
            <a:r>
              <a:rPr lang="en-US" dirty="0" err="1"/>
              <a:t>fichiers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88E44AD-9E11-69FA-1B39-E24F93679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1633"/>
            <a:ext cx="9144000" cy="35402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074BEE-1CD2-9B93-E3BD-FADA326C5F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677" y="2381233"/>
            <a:ext cx="1950889" cy="3810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1C2BF4-A4A0-8C25-FF34-546C3E48BF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5742" y="2339320"/>
            <a:ext cx="632515" cy="46486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F9ABD3-4632-300F-C1D5-77CDF49F6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62352" y="3334611"/>
            <a:ext cx="5677705" cy="2970078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2627F04-A7F6-605C-3CDC-EE0D8D1FB5D1}"/>
              </a:ext>
            </a:extLst>
          </p:cNvPr>
          <p:cNvGrpSpPr/>
          <p:nvPr/>
        </p:nvGrpSpPr>
        <p:grpSpPr>
          <a:xfrm>
            <a:off x="7400912" y="828855"/>
            <a:ext cx="3032760" cy="1552378"/>
            <a:chOff x="1097280" y="607932"/>
            <a:chExt cx="3032760" cy="155237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A79A46A-808D-ADD8-0EFF-CFA8C49C8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8200" r="55317" b="60768"/>
            <a:stretch>
              <a:fillRect/>
            </a:stretch>
          </p:blipFill>
          <p:spPr>
            <a:xfrm>
              <a:off x="1097280" y="607932"/>
              <a:ext cx="3032760" cy="154087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739F947-A959-D530-59D7-3A0CD11D8714}"/>
                </a:ext>
              </a:extLst>
            </p:cNvPr>
            <p:cNvSpPr/>
            <p:nvPr/>
          </p:nvSpPr>
          <p:spPr>
            <a:xfrm>
              <a:off x="1643191" y="662503"/>
              <a:ext cx="2393058" cy="1497807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7CF38159-1DF2-2895-74FF-716FF302A6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7600" y="2571749"/>
            <a:ext cx="6020322" cy="2621507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7047E7B-153A-370C-CC95-DFA8D8A21CC2}"/>
              </a:ext>
            </a:extLst>
          </p:cNvPr>
          <p:cNvSpPr/>
          <p:nvPr/>
        </p:nvSpPr>
        <p:spPr>
          <a:xfrm>
            <a:off x="8036560" y="2638642"/>
            <a:ext cx="4319297" cy="255461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015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39A2C-CA02-2F8F-4ED5-CF3B84DD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3B58827-27B0-76AF-BCF8-575F603E31AD}"/>
              </a:ext>
            </a:extLst>
          </p:cNvPr>
          <p:cNvSpPr txBox="1"/>
          <p:nvPr/>
        </p:nvSpPr>
        <p:spPr>
          <a:xfrm>
            <a:off x="327660" y="18490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Fichier</a:t>
            </a:r>
            <a:r>
              <a:rPr lang="en-US" b="1" dirty="0"/>
              <a:t> requirements.txt</a:t>
            </a:r>
          </a:p>
          <a:p>
            <a:r>
              <a:rPr lang="en-US" dirty="0"/>
              <a:t>Les </a:t>
            </a:r>
            <a:r>
              <a:rPr lang="en-US" dirty="0" err="1"/>
              <a:t>dépendances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documentées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793EA5-5D0F-12EE-9313-71982A54C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3477"/>
            <a:ext cx="9144000" cy="3636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4673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E49FA-5BBC-9587-89A7-8C9FA09B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6205"/>
            <a:ext cx="9144000" cy="20910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8A75239-8255-213C-C59F-B5FA3C395426}"/>
              </a:ext>
            </a:extLst>
          </p:cNvPr>
          <p:cNvSpPr txBox="1"/>
          <p:nvPr/>
        </p:nvSpPr>
        <p:spPr>
          <a:xfrm>
            <a:off x="670560" y="436364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Historique</a:t>
            </a:r>
            <a:r>
              <a:rPr lang="en-US" dirty="0"/>
              <a:t> des commits</a:t>
            </a:r>
          </a:p>
          <a:p>
            <a:r>
              <a:rPr lang="en-US" dirty="0"/>
              <a:t>Des commits </a:t>
            </a:r>
            <a:r>
              <a:rPr lang="en-US" dirty="0" err="1"/>
              <a:t>clairs</a:t>
            </a:r>
            <a:r>
              <a:rPr lang="en-US" dirty="0"/>
              <a:t>, </a:t>
            </a:r>
            <a:r>
              <a:rPr lang="en-US" dirty="0" err="1"/>
              <a:t>descriptifs</a:t>
            </a:r>
            <a:r>
              <a:rPr lang="en-US" dirty="0"/>
              <a:t> et </a:t>
            </a:r>
            <a:r>
              <a:rPr lang="en-US" dirty="0" err="1"/>
              <a:t>significatifs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452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D42D6E-41D0-4AD1-E1C1-52CCCE106B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8700"/>
            <a:ext cx="9144000" cy="11861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7BFC27C-B003-9060-25AD-E7258C15507D}"/>
              </a:ext>
            </a:extLst>
          </p:cNvPr>
          <p:cNvSpPr txBox="1"/>
          <p:nvPr/>
        </p:nvSpPr>
        <p:spPr>
          <a:xfrm>
            <a:off x="281940" y="596384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Branches Git</a:t>
            </a:r>
          </a:p>
          <a:p>
            <a:r>
              <a:rPr lang="en-US" dirty="0"/>
              <a:t>Des branches </a:t>
            </a:r>
            <a:r>
              <a:rPr lang="en-US" dirty="0" err="1"/>
              <a:t>dédiées</a:t>
            </a:r>
            <a:r>
              <a:rPr lang="en-US" dirty="0"/>
              <a:t> aux </a:t>
            </a:r>
            <a:r>
              <a:rPr lang="en-US" dirty="0" err="1"/>
              <a:t>différentes</a:t>
            </a:r>
            <a:r>
              <a:rPr lang="en-US" dirty="0"/>
              <a:t> </a:t>
            </a:r>
            <a:r>
              <a:rPr lang="en-US" dirty="0" err="1"/>
              <a:t>fonctionnalités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69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1887E1-37EF-EA6D-FF05-3640DD50B0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35" y="1112427"/>
            <a:ext cx="7557025" cy="397020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659283-87EF-A105-D11A-E7A2F629CA9A}"/>
              </a:ext>
            </a:extLst>
          </p:cNvPr>
          <p:cNvSpPr txBox="1"/>
          <p:nvPr/>
        </p:nvSpPr>
        <p:spPr>
          <a:xfrm>
            <a:off x="304800" y="-13518"/>
            <a:ext cx="7833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Documentation du </a:t>
            </a:r>
            <a:r>
              <a:rPr lang="en-US" dirty="0" err="1"/>
              <a:t>projet</a:t>
            </a:r>
            <a:r>
              <a:rPr lang="en-US" dirty="0"/>
              <a:t> — README</a:t>
            </a:r>
          </a:p>
          <a:p>
            <a:pPr>
              <a:buNone/>
            </a:pPr>
            <a:r>
              <a:rPr lang="en-US" dirty="0" err="1"/>
              <a:t>Présentation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 et instructions </a:t>
            </a:r>
            <a:r>
              <a:rPr lang="en-US" dirty="0" err="1"/>
              <a:t>d’installation</a:t>
            </a:r>
            <a:r>
              <a:rPr lang="en-US" dirty="0"/>
              <a:t> ; fusion de la </a:t>
            </a:r>
            <a:r>
              <a:rPr lang="en-US" dirty="0" err="1"/>
              <a:t>dernière</a:t>
            </a:r>
            <a:r>
              <a:rPr lang="en-US" dirty="0"/>
              <a:t> mise à jour à confirmer</a:t>
            </a:r>
          </a:p>
        </p:txBody>
      </p:sp>
    </p:spTree>
    <p:extLst>
      <p:ext uri="{BB962C8B-B14F-4D97-AF65-F5344CB8AC3E}">
        <p14:creationId xmlns:p14="http://schemas.microsoft.com/office/powerpoint/2010/main" val="109243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51EDC0-ECF1-FFB8-5336-28B6758E4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6" y="1069645"/>
            <a:ext cx="8312727" cy="3964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C115A1-D063-F3AC-36BE-1B5B1F390596}"/>
              </a:ext>
            </a:extLst>
          </p:cNvPr>
          <p:cNvSpPr txBox="1"/>
          <p:nvPr/>
        </p:nvSpPr>
        <p:spPr>
          <a:xfrm>
            <a:off x="99060" y="35992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Gestion des versions avec des tags</a:t>
            </a:r>
          </a:p>
          <a:p>
            <a:pPr>
              <a:buNone/>
            </a:pPr>
            <a:r>
              <a:rPr lang="en-US" dirty="0"/>
              <a:t>Tags de version v0.1.0 et v0.1.1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03862B-217F-7A72-CBD0-06ABE9744823}"/>
              </a:ext>
            </a:extLst>
          </p:cNvPr>
          <p:cNvSpPr/>
          <p:nvPr/>
        </p:nvSpPr>
        <p:spPr>
          <a:xfrm>
            <a:off x="5798820" y="3086100"/>
            <a:ext cx="670560" cy="39624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26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5969-5D28-A4D8-38C3-898E58FF1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A24A812-F2D1-3C9C-6712-87B41FE25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8837"/>
            <a:ext cx="9144000" cy="3105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7AE749-581B-2003-F6AA-82A77F052985}"/>
              </a:ext>
            </a:extLst>
          </p:cNvPr>
          <p:cNvSpPr txBox="1"/>
          <p:nvPr/>
        </p:nvSpPr>
        <p:spPr>
          <a:xfrm>
            <a:off x="381000" y="9550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Pull Requests</a:t>
            </a:r>
          </a:p>
          <a:p>
            <a:pPr>
              <a:buNone/>
            </a:pPr>
            <a:r>
              <a:rPr lang="en-US" dirty="0" err="1"/>
              <a:t>Historique</a:t>
            </a:r>
            <a:r>
              <a:rPr lang="en-US" dirty="0"/>
              <a:t> des </a:t>
            </a:r>
            <a:r>
              <a:rPr lang="en-US" dirty="0" err="1"/>
              <a:t>demandes</a:t>
            </a:r>
            <a:r>
              <a:rPr lang="en-US" dirty="0"/>
              <a:t> de fusion et </a:t>
            </a:r>
            <a:r>
              <a:rPr lang="en-US" dirty="0" err="1"/>
              <a:t>intégration</a:t>
            </a:r>
            <a:r>
              <a:rPr lang="en-US" dirty="0"/>
              <a:t> des modifications</a:t>
            </a:r>
          </a:p>
        </p:txBody>
      </p:sp>
    </p:spTree>
    <p:extLst>
      <p:ext uri="{BB962C8B-B14F-4D97-AF65-F5344CB8AC3E}">
        <p14:creationId xmlns:p14="http://schemas.microsoft.com/office/powerpoint/2010/main" val="2152751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51640B-3435-99EC-DFE9-228EBBC0C5A4}"/>
              </a:ext>
            </a:extLst>
          </p:cNvPr>
          <p:cNvSpPr txBox="1"/>
          <p:nvPr/>
        </p:nvSpPr>
        <p:spPr>
          <a:xfrm>
            <a:off x="297180" y="176838"/>
            <a:ext cx="88468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Gestion des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conflits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: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utilisez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un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outil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de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résolution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de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conflits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intégré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à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votre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environnement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 de </a:t>
            </a:r>
            <a:r>
              <a:rPr lang="en-US" sz="1800" b="0" i="0" dirty="0" err="1">
                <a:solidFill>
                  <a:schemeClr val="tx1"/>
                </a:solidFill>
                <a:effectLst/>
                <a:latin typeface="+mn-lt"/>
              </a:rPr>
              <a:t>développement</a:t>
            </a:r>
            <a:r>
              <a:rPr lang="en-US" sz="1800" b="0" i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en-US" sz="1200" b="0" i="0" dirty="0">
              <a:solidFill>
                <a:srgbClr val="271A38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7667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8EA2F-65B1-0177-D7F6-0F17BF35B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D1845A-BBED-1A0B-6986-E183BD35F7DB}"/>
              </a:ext>
            </a:extLst>
          </p:cNvPr>
          <p:cNvSpPr txBox="1"/>
          <p:nvPr/>
        </p:nvSpPr>
        <p:spPr>
          <a:xfrm>
            <a:off x="3825240" y="1874520"/>
            <a:ext cx="7986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E2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67051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CA763-C9EC-E9C3-309D-B8BFB8DFC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567D3E-F652-0966-E9D2-11A44D374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71" y="0"/>
            <a:ext cx="760676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258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1242-E980-4450-41B4-9E22B5AB5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D7A4AB-304D-5B4E-C1F9-09033095D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37" y="761472"/>
            <a:ext cx="8312727" cy="36205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CDA0EF-63E7-2753-6D60-24E5FCCEA753}"/>
              </a:ext>
            </a:extLst>
          </p:cNvPr>
          <p:cNvSpPr txBox="1"/>
          <p:nvPr/>
        </p:nvSpPr>
        <p:spPr>
          <a:xfrm>
            <a:off x="472831" y="20610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Workflow CI</a:t>
            </a:r>
          </a:p>
        </p:txBody>
      </p:sp>
    </p:spTree>
    <p:extLst>
      <p:ext uri="{BB962C8B-B14F-4D97-AF65-F5344CB8AC3E}">
        <p14:creationId xmlns:p14="http://schemas.microsoft.com/office/powerpoint/2010/main" val="2359226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A5CDD-62D7-83A0-447F-BCC5D94F1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54" y="731742"/>
            <a:ext cx="8800123" cy="43518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4517DB-CA16-9D7C-7819-20219AC9437A}"/>
              </a:ext>
            </a:extLst>
          </p:cNvPr>
          <p:cNvSpPr txBox="1"/>
          <p:nvPr/>
        </p:nvSpPr>
        <p:spPr>
          <a:xfrm>
            <a:off x="128954" y="85411"/>
            <a:ext cx="4634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Tests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tests/test_project_structure.py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540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E9A737-95FE-F016-8CE1-DE974FAC5987}"/>
              </a:ext>
            </a:extLst>
          </p:cNvPr>
          <p:cNvSpPr txBox="1"/>
          <p:nvPr/>
        </p:nvSpPr>
        <p:spPr>
          <a:xfrm>
            <a:off x="519919" y="91883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Pull Request</a:t>
            </a:r>
            <a:endParaRPr lang="en-US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feature/ci-cd → main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68487-0200-64CD-B7C0-9A953EE08B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54" y="1455671"/>
            <a:ext cx="6317871" cy="2967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3E0B1-DD11-2B01-5160-93D20C848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54" y="1192810"/>
            <a:ext cx="7948246" cy="3783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452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3F710-8107-A228-79D7-A00220D95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A41AA2-D220-4A80-DCBF-49306DAFFAD2}"/>
              </a:ext>
            </a:extLst>
          </p:cNvPr>
          <p:cNvSpPr txBox="1"/>
          <p:nvPr/>
        </p:nvSpPr>
        <p:spPr>
          <a:xfrm>
            <a:off x="832339" y="65375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Ruleset Protect main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F03A59-49BC-4EAB-BE6F-6908F86C2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0" y="1447515"/>
            <a:ext cx="5490309" cy="2248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C9D83E2-4896-316E-43BC-98A4E96CB1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3548" y="430248"/>
            <a:ext cx="3454482" cy="32188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1F0122-D6C8-E0AD-376B-2A96727E26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5336" y="1315573"/>
            <a:ext cx="3454482" cy="1256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2367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F75DE-35A8-D89E-BCDE-35AFD12A4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5" y="0"/>
            <a:ext cx="884821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9570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7549FD-D902-1A9F-12B7-3AB201CEB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291" y="0"/>
            <a:ext cx="715741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3945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2DF38-5BF2-DCE6-12E2-088C3D406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21719E-7137-E372-0947-0B69B183BA2F}"/>
              </a:ext>
            </a:extLst>
          </p:cNvPr>
          <p:cNvSpPr txBox="1"/>
          <p:nvPr/>
        </p:nvSpPr>
        <p:spPr>
          <a:xfrm>
            <a:off x="3825240" y="1874520"/>
            <a:ext cx="7986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b="1" dirty="0"/>
              <a:t>E3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10953637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PIs for Model Serving - Made With ML by Anyscale">
            <a:extLst>
              <a:ext uri="{FF2B5EF4-FFF2-40B4-BE49-F238E27FC236}">
                <a16:creationId xmlns:a16="http://schemas.microsoft.com/office/drawing/2014/main" id="{FCAD9493-0ECC-C201-6773-BC667B760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097" y="1062691"/>
            <a:ext cx="5307806" cy="302180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332DFC-64CD-8DD6-D307-A17851896866}"/>
              </a:ext>
            </a:extLst>
          </p:cNvPr>
          <p:cNvSpPr txBox="1"/>
          <p:nvPr/>
        </p:nvSpPr>
        <p:spPr>
          <a:xfrm>
            <a:off x="493443" y="4336405"/>
            <a:ext cx="457074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50" dirty="0"/>
              <a:t>Swagger </a:t>
            </a:r>
            <a:r>
              <a:rPr lang="en-US" sz="1350" dirty="0" err="1"/>
              <a:t>que</a:t>
            </a:r>
            <a:r>
              <a:rPr lang="en-US" sz="1350" dirty="0"/>
              <a:t> </a:t>
            </a:r>
            <a:r>
              <a:rPr lang="en-US" sz="1350" dirty="0" err="1"/>
              <a:t>você</a:t>
            </a:r>
            <a:r>
              <a:rPr lang="en-US" sz="1350" dirty="0"/>
              <a:t> </a:t>
            </a:r>
            <a:r>
              <a:rPr lang="en-US" sz="1350" dirty="0" err="1"/>
              <a:t>enviou</a:t>
            </a:r>
            <a:r>
              <a:rPr lang="en-US" sz="1350" dirty="0"/>
              <a:t> </a:t>
            </a:r>
            <a:r>
              <a:rPr lang="en-US" sz="1350" dirty="0" err="1"/>
              <a:t>mostra</a:t>
            </a:r>
            <a:r>
              <a:rPr lang="en-US" sz="1350" dirty="0"/>
              <a:t> o POST /predict, HTTP 200, a </a:t>
            </a:r>
            <a:r>
              <a:rPr lang="en-US" sz="1350" dirty="0" err="1"/>
              <a:t>previsão</a:t>
            </a:r>
            <a:r>
              <a:rPr lang="en-US" sz="1350" dirty="0"/>
              <a:t> Non e a </a:t>
            </a:r>
            <a:r>
              <a:rPr lang="en-US" sz="1350" dirty="0" err="1"/>
              <a:t>probabilidade</a:t>
            </a:r>
            <a:r>
              <a:rPr lang="en-US" sz="1350" dirty="0"/>
              <a:t> 0.5867924813977765.</a:t>
            </a:r>
          </a:p>
        </p:txBody>
      </p:sp>
    </p:spTree>
    <p:extLst>
      <p:ext uri="{BB962C8B-B14F-4D97-AF65-F5344CB8AC3E}">
        <p14:creationId xmlns:p14="http://schemas.microsoft.com/office/powerpoint/2010/main" val="476849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DB978F-8E1C-B9BC-C3C4-212432C9B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2927"/>
            <a:ext cx="9144000" cy="10564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0509BF-B3B9-669E-0130-CE98B1EC6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1255"/>
            <a:ext cx="9144000" cy="208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7393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18C026-24FC-E5A2-BD67-2C8C4ABDB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44" y="1114222"/>
            <a:ext cx="3549051" cy="2051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0B162C-09AF-E2F6-00DA-B033F4C77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308" y="1042774"/>
            <a:ext cx="4329717" cy="305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776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BB55B-326D-C99E-85F9-84154435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xtensive FastAPI with MongoDB example — part6 | by Anders Wiklund | Medium">
            <a:extLst>
              <a:ext uri="{FF2B5EF4-FFF2-40B4-BE49-F238E27FC236}">
                <a16:creationId xmlns:a16="http://schemas.microsoft.com/office/drawing/2014/main" id="{C4A2D580-A356-32E0-7737-462C959C0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131" y="643409"/>
            <a:ext cx="4885226" cy="386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092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30FB1-C996-477D-AA73-AC961EA6B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61E54C-517E-EDEC-F15B-FF5502E36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53362"/>
            <a:ext cx="9144000" cy="263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1970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E88FCA-5D81-4751-23BA-E00BBE247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698"/>
            <a:ext cx="9144000" cy="3942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006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5E7E07-2161-F5D6-9364-59F0204895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4904"/>
            <a:ext cx="9144000" cy="385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0692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A08BD-19B3-1B38-03E0-159925517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B8D553-B0CB-921D-BD24-5C432442A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6629"/>
            <a:ext cx="9144000" cy="3630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008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9104-13CE-2528-5516-31DDB22E3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3E4258-1C77-AAD7-DABC-7399E186C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84029"/>
            <a:ext cx="9144000" cy="3375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0157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BD40-046C-5E08-32A6-7EB549B37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D28D0E7-C0DB-47F9-CC53-4C46AF4B2B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5" y="0"/>
            <a:ext cx="1862957" cy="5143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AF28BB-9864-6ABC-0ED3-EF30AEF4B5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278" y="-336162"/>
            <a:ext cx="4358296" cy="29079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6C6662-BEB5-57C0-2227-44A8E8BE42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4161" y="2834537"/>
            <a:ext cx="4586928" cy="2129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9812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D7C5DB-67BC-BFD9-7412-FBA51917B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4567"/>
            <a:ext cx="9144000" cy="3074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07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7EB18-F6D9-4849-4455-B49537809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44E104-DA43-1697-35F8-BE618CB24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7375"/>
            <a:ext cx="9144000" cy="39687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2122DA-97BB-3A0B-9F0A-74CCD3B38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619" y="4190995"/>
            <a:ext cx="4151098" cy="118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94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9B6532D-863B-4F5C-8062-3D7A8E3C2629}"/>
              </a:ext>
            </a:extLst>
          </p:cNvPr>
          <p:cNvSpPr txBox="1"/>
          <p:nvPr/>
        </p:nvSpPr>
        <p:spPr>
          <a:xfrm>
            <a:off x="2286000" y="224809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Etapa </a:t>
            </a:r>
            <a:r>
              <a:rPr lang="en-US" dirty="0" err="1"/>
              <a:t>seguinte</a:t>
            </a:r>
            <a:r>
              <a:rPr lang="en-US" dirty="0"/>
              <a:t> — </a:t>
            </a:r>
            <a:r>
              <a:rPr lang="en-US" dirty="0" err="1"/>
              <a:t>Diagrama</a:t>
            </a:r>
            <a:r>
              <a:rPr lang="en-US" dirty="0"/>
              <a:t> ER do banco de dados</a:t>
            </a:r>
          </a:p>
        </p:txBody>
      </p:sp>
    </p:spTree>
    <p:extLst>
      <p:ext uri="{BB962C8B-B14F-4D97-AF65-F5344CB8AC3E}">
        <p14:creationId xmlns:p14="http://schemas.microsoft.com/office/powerpoint/2010/main" val="7646661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D38D1-D52F-DBC4-D643-7B4168C9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AEB19A-0539-B65A-3571-3B0DAC2AF0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27" y="0"/>
            <a:ext cx="21579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1928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3DEDB-2FE3-4055-8B5C-05D9B9C53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9787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0CD3C-F7D7-DE05-1FF1-2E3E7C8F42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4991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F2D16-CB5A-349B-8F3F-F0514D7C2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9713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21786</TotalTime>
  <Words>167</Words>
  <Application>Microsoft Office PowerPoint</Application>
  <PresentationFormat>On-screen Show (16:9)</PresentationFormat>
  <Paragraphs>30</Paragraphs>
  <Slides>36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 SILVA, Rafael Domingos</dc:creator>
  <cp:lastModifiedBy>DA SILVA, Rafael Domingos</cp:lastModifiedBy>
  <cp:revision>2</cp:revision>
  <dcterms:created xsi:type="dcterms:W3CDTF">2026-07-28T09:30:53Z</dcterms:created>
  <dcterms:modified xsi:type="dcterms:W3CDTF">2026-10-16T14:19:18Z</dcterms:modified>
</cp:coreProperties>
</file>